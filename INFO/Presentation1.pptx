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AC63D-DE50-14D1-5D0A-EC37FA334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3AB05-C719-FF9C-3883-6500A85BD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836F8-3419-9F3B-B812-B4D01B381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356FF-9E81-C71E-11C8-4AD369AE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B50FD-EF5A-CC90-F58C-785269E2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38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34FD-E40F-9FD7-1900-40445013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F96A7-4796-0CE0-F3FC-E5E110FA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021C-491B-06A9-4D19-3BF3D95A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36D7F-B949-9CB5-510B-9BC8770F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31DA-C673-2909-F76E-E771184F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244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400D-249A-AA46-C0F6-310AD80D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D0BBC-C6DB-2303-06FF-0D20B2595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205A-2CE8-81ED-16C1-5EE4DA84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4094-61EC-B525-6B6A-6908201B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FA26C-6C5C-A9F8-8B37-8EED9913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056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0CF9-CA42-261D-6FFB-4E5F2F64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EEB2-53BF-879D-0C84-DDDC4BA34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A671F-3296-E81B-94D0-CDA684331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64327-B2A4-513D-5CED-5A39258E5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8A4EE-BFC5-64F5-1EB7-D1E12A61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EB63F-DA1C-A2BE-A3BB-C61294AC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77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6031-AB43-3DD9-0060-08619C7D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468E2-54AF-D368-5320-0232B3E9E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845C2-FC6F-0CCB-6B58-A43EC753C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6D644-7576-3D53-28ED-2D084836A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F58B9-8773-19E0-A9A5-7343DBE00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96247-30A0-4C0A-B81C-E92E1D7B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6AF37-45A6-75D8-0697-C22EAE75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98A4A-613E-475E-249E-9BD6AA02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263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AC13-91BA-CBD4-2A9F-2BEA8F26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4E4B8-5E04-9284-2DA9-9EB0653F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38AA-55AF-3CCD-BD16-8E468A32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5785E-FD91-B71E-CE76-DE0A1F1D8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327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2B55D-4980-2F99-6618-E435D957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D534E-22A0-8E48-C4D3-36A6537A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5B629-57AD-6CCC-920E-6EC3E503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02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27AB-FB66-B2F8-9704-71827DA6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33448-19DA-9D20-37E2-5D50AD92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C4583-DB5C-44FD-7F7D-3002432C7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98846-CE8B-ECCC-A6F6-20F4C226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5E0D7-211D-1065-44C2-6D9C80EF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2BB24-7D2E-E4FE-5871-683D08D0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11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A1099-9968-5AC1-2E01-2F3C4B933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54192-F3B1-0F58-A8F5-77572EAFF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DF590-1BA3-1135-B4C8-7ACE6FF81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357D1-98D5-D526-D96D-7F8B4F40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C6C8D-00F7-2D98-8015-9A0DAA32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D0380-C764-0634-8219-4B68EB60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493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A5E9-FCC8-2EDB-57B5-21BE395E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CC407-F86A-F16F-2D5D-344F6AA68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70A1-E880-19AF-FEA3-7D5FBBF05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31DF0-1441-BAE4-B8C4-35AB6119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C7E0-79C0-F62A-7E97-993D38F8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357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5EC69-AD1C-B570-9D6E-A70CCD3EE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0B7CE-87B9-9068-B0D8-FE70AD1A8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F9D3-B4F1-14CC-1FAF-6476B5EF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14392-F935-16B7-EB5B-DCB83479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4537-7F11-F7C3-70A7-83E19F20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893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50B08F-425F-E195-9BF9-E21E0CE4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305BA-2F9E-BE4E-5C21-A39AB05E1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8699D-FF4B-791B-415C-0E34EB9D3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08A66-B7AB-4C33-8D9C-5354873A05BD}" type="datetimeFigureOut">
              <a:rPr lang="en-IL" smtClean="0"/>
              <a:t>05/03/2026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AF4D-F6F4-3424-DEDE-C1342DE89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0BEA2-22D6-BBA0-F20D-4DC7B1080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9CE8A-C1CF-46DA-8E9B-309F1D0A4A2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225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0890-FC17-7E2C-9059-456947EEA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3FE28-EB3D-3691-7D9D-7F204AF429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540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438D-2768-6700-E7BB-383F8EC3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Tuning for each ML-model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63C49-FD39-E94C-C4EF-E41A0B67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4" y="2142955"/>
            <a:ext cx="8361316" cy="3955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2A118D-C383-2600-7D6D-B116B5293650}"/>
              </a:ext>
            </a:extLst>
          </p:cNvPr>
          <p:cNvSpPr txBox="1"/>
          <p:nvPr/>
        </p:nvSpPr>
        <p:spPr>
          <a:xfrm>
            <a:off x="485863" y="1690688"/>
            <a:ext cx="394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Tuning for </a:t>
            </a:r>
            <a:r>
              <a:rPr lang="en-US" dirty="0" err="1"/>
              <a:t>XGBoost</a:t>
            </a:r>
            <a:r>
              <a:rPr lang="en-US" dirty="0"/>
              <a:t> - more than 3 hours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1496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Hyperparameters Tuning for each ML-model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Irena Shtelman Kravitz</dc:creator>
  <cp:lastModifiedBy>Irena Shtelman Kravitz</cp:lastModifiedBy>
  <cp:revision>1</cp:revision>
  <dcterms:created xsi:type="dcterms:W3CDTF">2026-03-05T09:23:40Z</dcterms:created>
  <dcterms:modified xsi:type="dcterms:W3CDTF">2026-03-05T09:23:52Z</dcterms:modified>
</cp:coreProperties>
</file>